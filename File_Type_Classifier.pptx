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lang="en-IN" sz="1600" b="0" i="0" u="none" strike="noStrike">
                <a:solidFill>
                  <a:srgbClr val="1F3864"/>
                </a:solidFill>
                <a:latin typeface="Calibri"/>
              </a:rPr>
              <a:t>F1-score by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9595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TXT</c:v>
                </c:pt>
                <c:pt idx="1">
                  <c:v>PDF</c:v>
                </c:pt>
                <c:pt idx="2">
                  <c:v>PNG</c:v>
                </c:pt>
                <c:pt idx="3">
                  <c:v>JPG</c:v>
                </c:pt>
                <c:pt idx="4">
                  <c:v>GIF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</c:v>
                </c:pt>
                <c:pt idx="1">
                  <c:v>0.89</c:v>
                </c:pt>
                <c:pt idx="2">
                  <c:v>0.88</c:v>
                </c:pt>
                <c:pt idx="3">
                  <c:v>0.86</c:v>
                </c:pt>
                <c:pt idx="4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D-4CD3-9B67-E845E4119D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540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Classifier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JPG, PDF, PNG, TXT and GIF files from their raw bytes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Programming Lab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No.: 03        Members: Chandan kumar, </a:t>
            </a:r>
            <a:r>
              <a:rPr lang="en-US" sz="14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Nityaraj</a:t>
            </a: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Rathod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30-10-2026</a:t>
            </a:r>
            <a:endParaRPr lang="en-US" sz="1400" dirty="0"/>
          </a:p>
        </p:txBody>
      </p:sp>
      <p:sp>
        <p:nvSpPr>
          <p:cNvPr id="7" name="Format panel"/>
          <p:cNvSpPr/>
          <p:nvPr/>
        </p:nvSpPr>
        <p:spPr>
          <a:xfrm>
            <a:off x="7863840" y="822960"/>
            <a:ext cx="3749040" cy="5212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Chip JPG"/>
          <p:cNvSpPr/>
          <p:nvPr/>
        </p:nvSpPr>
        <p:spPr>
          <a:xfrm>
            <a:off x="8321040" y="11430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2B4A80"/>
          </a:solidFill>
          <a:ln w="9525">
            <a:solidFill>
              <a:srgbClr val="5B8F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0" y="1143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.jpg</a:t>
            </a:r>
            <a:endParaRPr lang="en-US" sz="2600" dirty="0"/>
          </a:p>
        </p:txBody>
      </p:sp>
      <p:sp>
        <p:nvSpPr>
          <p:cNvPr id="10" name="Chip PDF"/>
          <p:cNvSpPr/>
          <p:nvPr/>
        </p:nvSpPr>
        <p:spPr>
          <a:xfrm>
            <a:off x="8321040" y="2075688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 w="9525">
            <a:solidFill>
              <a:srgbClr val="5B8F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0756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2600" dirty="0"/>
          </a:p>
        </p:txBody>
      </p:sp>
      <p:sp>
        <p:nvSpPr>
          <p:cNvPr id="12" name="Chip PNG"/>
          <p:cNvSpPr/>
          <p:nvPr/>
        </p:nvSpPr>
        <p:spPr>
          <a:xfrm>
            <a:off x="8321040" y="3008376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2B4A80"/>
          </a:solidFill>
          <a:ln w="9525">
            <a:solidFill>
              <a:srgbClr val="5B8F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300837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.png</a:t>
            </a:r>
            <a:endParaRPr lang="en-US" sz="2600" dirty="0"/>
          </a:p>
        </p:txBody>
      </p:sp>
      <p:sp>
        <p:nvSpPr>
          <p:cNvPr id="14" name="Chip TXT"/>
          <p:cNvSpPr/>
          <p:nvPr/>
        </p:nvSpPr>
        <p:spPr>
          <a:xfrm>
            <a:off x="8321040" y="3941064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2E75B6"/>
          </a:solidFill>
          <a:ln w="9525">
            <a:solidFill>
              <a:srgbClr val="5B8F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39410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</a:t>
            </a:r>
            <a:endParaRPr lang="en-US" sz="2600" dirty="0"/>
          </a:p>
        </p:txBody>
      </p:sp>
      <p:sp>
        <p:nvSpPr>
          <p:cNvPr id="16" name="Chip GIF"/>
          <p:cNvSpPr/>
          <p:nvPr/>
        </p:nvSpPr>
        <p:spPr>
          <a:xfrm>
            <a:off x="8321040" y="4873752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2B4A80"/>
          </a:solidFill>
          <a:ln w="9525">
            <a:solidFill>
              <a:srgbClr val="5B8F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48737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.gif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66160" cy="338328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file’s extension can be wrong, missing or deliberately changed.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tell what a file really is by looking at its content.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297680" y="1371600"/>
            <a:ext cx="3566160" cy="338328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860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filters and security tools must not trust names alone.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forensics and recovering unlabelled files.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046720" y="1371600"/>
            <a:ext cx="3566160" cy="338328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860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Included: 5 classes (JPG, PDF, PNG, TXT, GIF), content-only features, a Random Forest model.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other formats, corrupted or encrypted files, deep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tat 0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total</a:t>
            </a:r>
            <a:endParaRPr lang="en-US" sz="1600" dirty="0"/>
          </a:p>
        </p:txBody>
      </p:sp>
      <p:sp>
        <p:nvSpPr>
          <p:cNvPr id="6" name="Stat 1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600" dirty="0"/>
          </a:p>
        </p:txBody>
      </p:sp>
      <p:sp>
        <p:nvSpPr>
          <p:cNvPr id="9" name="Stat 2"/>
          <p:cNvSpPr/>
          <p:nvPr/>
        </p:nvSpPr>
        <p:spPr>
          <a:xfrm>
            <a:off x="6126480" y="1371600"/>
            <a:ext cx="2606040" cy="18288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class</a:t>
            </a:r>
            <a:endParaRPr lang="en-US" sz="1600" dirty="0"/>
          </a:p>
        </p:txBody>
      </p:sp>
      <p:sp>
        <p:nvSpPr>
          <p:cNvPr id="12" name="Stat 3"/>
          <p:cNvSpPr/>
          <p:nvPr/>
        </p:nvSpPr>
        <p:spPr>
          <a:xfrm>
            <a:off x="8915400" y="1371600"/>
            <a:ext cx="2606040" cy="18288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file</a:t>
            </a:r>
            <a:endParaRPr lang="en-US" sz="1600" dirty="0"/>
          </a:p>
        </p:txBody>
      </p:sp>
      <p:sp>
        <p:nvSpPr>
          <p:cNvPr id="15" name="Source card"/>
          <p:cNvSpPr/>
          <p:nvPr/>
        </p:nvSpPr>
        <p:spPr>
          <a:xfrm>
            <a:off x="548640" y="3520440"/>
            <a:ext cx="5440680" cy="23774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6" name="Prep card"/>
          <p:cNvSpPr/>
          <p:nvPr/>
        </p:nvSpPr>
        <p:spPr>
          <a:xfrm>
            <a:off x="6172200" y="3520440"/>
            <a:ext cx="5440680" cy="23774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balance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folder dataset (dataset.zip), one folder per file type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balanced: 101 samples in every class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files skipped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each byte value (0–255) occurs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file length to normalise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bytes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37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6" name="Step 2"/>
          <p:cNvSpPr/>
          <p:nvPr/>
        </p:nvSpPr>
        <p:spPr>
          <a:xfrm>
            <a:off x="284607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46070" y="1371600"/>
            <a:ext cx="1920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histogram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counts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66310" y="1783080"/>
            <a:ext cx="37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9" name="Step 3"/>
          <p:cNvSpPr/>
          <p:nvPr/>
        </p:nvSpPr>
        <p:spPr>
          <a:xfrm>
            <a:off x="514350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43500" y="1371600"/>
            <a:ext cx="1920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length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63740" y="1783080"/>
            <a:ext cx="37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2" name="Step 4"/>
          <p:cNvSpPr/>
          <p:nvPr/>
        </p:nvSpPr>
        <p:spPr>
          <a:xfrm>
            <a:off x="744093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40930" y="1371600"/>
            <a:ext cx="1920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61170" y="1783080"/>
            <a:ext cx="37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5" name="Step 5"/>
          <p:cNvSpPr/>
          <p:nvPr/>
        </p:nvSpPr>
        <p:spPr>
          <a:xfrm>
            <a:off x="9738360" y="13716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1371600"/>
            <a:ext cx="19202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800" dirty="0"/>
          </a:p>
        </p:txBody>
      </p:sp>
      <p:sp>
        <p:nvSpPr>
          <p:cNvPr id="17" name="Info 0"/>
          <p:cNvSpPr/>
          <p:nvPr/>
        </p:nvSpPr>
        <p:spPr>
          <a:xfrm>
            <a:off x="548640" y="3200400"/>
            <a:ext cx="3566160" cy="265176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scikit-learn, joblib, Matplotlib, Seaborn</a:t>
            </a:r>
            <a:endParaRPr lang="en-US" sz="1600" dirty="0"/>
          </a:p>
        </p:txBody>
      </p:sp>
      <p:sp>
        <p:nvSpPr>
          <p:cNvPr id="20" name="Info 1"/>
          <p:cNvSpPr/>
          <p:nvPr/>
        </p:nvSpPr>
        <p:spPr>
          <a:xfrm>
            <a:off x="4297680" y="3200400"/>
            <a:ext cx="3566160" cy="265176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256 numeric features with no scaling and gives a strong baseline fast</a:t>
            </a:r>
            <a:endParaRPr lang="en-US" sz="1600" dirty="0"/>
          </a:p>
        </p:txBody>
      </p:sp>
      <p:sp>
        <p:nvSpPr>
          <p:cNvPr id="23" name="Info 2"/>
          <p:cNvSpPr/>
          <p:nvPr/>
        </p:nvSpPr>
        <p:spPr>
          <a:xfrm>
            <a:off x="8046720" y="3200400"/>
            <a:ext cx="3566160" cy="265176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9319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(404 train, 101 test), random_state = 42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548640" y="1371600"/>
            <a:ext cx="6035040" cy="4480560"/>
          </a:xfrm>
          <a:prstGeom prst="rect">
            <a:avLst/>
          </a:prstGeom>
          <a:solidFill>
            <a:srgbClr val="1B2A47"/>
          </a:solidFill>
          <a:ln w="12700">
            <a:solidFill>
              <a:srgbClr val="1B2A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FB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extraction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open(path, "rb").read()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np.bincount(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np.frombuffer(data, np.uint8),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minlength=256)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features / len(data)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train, save, reuse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RandomForestClassifier(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 random_state=42)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joblib.dump(model, "file_classifier.pkl")</a:t>
            </a:r>
            <a:endParaRPr lang="en-US" sz="1400" dirty="0"/>
          </a:p>
        </p:txBody>
      </p:sp>
      <p:sp>
        <p:nvSpPr>
          <p:cNvPr id="5" name="HL 0"/>
          <p:cNvSpPr/>
          <p:nvPr/>
        </p:nvSpPr>
        <p:spPr>
          <a:xfrm>
            <a:off x="6858000" y="1371600"/>
            <a:ext cx="4754880" cy="10058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371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Size-independent features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length makes a small and a large file of the same type look alike.</a:t>
            </a:r>
            <a:endParaRPr lang="en-US" sz="1600" dirty="0"/>
          </a:p>
        </p:txBody>
      </p:sp>
      <p:sp>
        <p:nvSpPr>
          <p:cNvPr id="7" name="HL 1"/>
          <p:cNvSpPr/>
          <p:nvPr/>
        </p:nvSpPr>
        <p:spPr>
          <a:xfrm>
            <a:off x="6858000" y="2514600"/>
            <a:ext cx="4754880" cy="10058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514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handling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files are skipped, so no division by zero.</a:t>
            </a:r>
            <a:endParaRPr lang="en-US" sz="1600" dirty="0"/>
          </a:p>
        </p:txBody>
      </p:sp>
      <p:sp>
        <p:nvSpPr>
          <p:cNvPr id="9" name="HL 2"/>
          <p:cNvSpPr/>
          <p:nvPr/>
        </p:nvSpPr>
        <p:spPr>
          <a:xfrm>
            <a:off x="6858000" y="3657600"/>
            <a:ext cx="4754880" cy="10058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3657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model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joblib; an uploaded screenshot was correctly predicted as PNG.</a:t>
            </a:r>
            <a:endParaRPr lang="en-US" sz="1600" dirty="0"/>
          </a:p>
        </p:txBody>
      </p:sp>
      <p:sp>
        <p:nvSpPr>
          <p:cNvPr id="11" name="HL 3"/>
          <p:cNvSpPr/>
          <p:nvPr/>
        </p:nvSpPr>
        <p:spPr>
          <a:xfrm>
            <a:off x="6858000" y="4800600"/>
            <a:ext cx="4754880" cy="10058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tuning yet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forest settings, so there is room to improve.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Acc card"/>
          <p:cNvSpPr/>
          <p:nvPr/>
        </p:nvSpPr>
        <p:spPr>
          <a:xfrm>
            <a:off x="548640" y="1371600"/>
            <a:ext cx="3017520" cy="19202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(90 of 101)</a:t>
            </a:r>
            <a:endParaRPr lang="en-US" sz="1600" dirty="0"/>
          </a:p>
        </p:txBody>
      </p:sp>
      <p:sp>
        <p:nvSpPr>
          <p:cNvPr id="6" name="Baseline card"/>
          <p:cNvSpPr/>
          <p:nvPr/>
        </p:nvSpPr>
        <p:spPr>
          <a:xfrm>
            <a:off x="548640" y="3474720"/>
            <a:ext cx="3017520" cy="23774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6576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guessing across 5 balanced classes gives 20%. The model is about 4.5x better.</a:t>
            </a:r>
            <a:endParaRPr lang="en-US" sz="2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749040" y="1280160"/>
          <a:ext cx="39319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Image 0" descr="Confusion matrix for the file type classifi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463040"/>
            <a:ext cx="3749040" cy="314046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63840" y="47091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involve JPG: PDFs and GIFs are sometimes read as JPG, and PNGs as GIF.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66160" cy="37490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256-number byte histogram is enough to reach 89.1% accuracy.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was classified perfectly; the model is saved and works on new uploads.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297680" y="1371600"/>
            <a:ext cx="3566160" cy="37490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860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dataset: 505 files, 101 test samples.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image and PDF data look statistically similar, so some mix-ups remain.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formats.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046720" y="1371600"/>
            <a:ext cx="3566160" cy="374904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2860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byte-pair, entropy and file-header (magic number) features.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and compare other models.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more formats and a larger dataset.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Ref 0"/>
          <p:cNvSpPr/>
          <p:nvPr/>
        </p:nvSpPr>
        <p:spPr>
          <a:xfrm>
            <a:off x="548640" y="1371600"/>
            <a:ext cx="3566160" cy="27432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dataset.zip (JPG, PDF, PNG, TXT, GIF folders), stored on Google Drive and extracted in Google Colab</a:t>
            </a:r>
            <a:endParaRPr lang="en-US" sz="1600" dirty="0"/>
          </a:p>
        </p:txBody>
      </p:sp>
      <p:sp>
        <p:nvSpPr>
          <p:cNvPr id="6" name="Ref 1"/>
          <p:cNvSpPr/>
          <p:nvPr/>
        </p:nvSpPr>
        <p:spPr>
          <a:xfrm>
            <a:off x="4297680" y="1371600"/>
            <a:ext cx="3566160" cy="27432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scikit-learn (RandomForestClassifier), joblib, Matplotlib, Seaborn</a:t>
            </a:r>
            <a:endParaRPr lang="en-US" sz="1600" dirty="0"/>
          </a:p>
        </p:txBody>
      </p:sp>
      <p:sp>
        <p:nvSpPr>
          <p:cNvPr id="9" name="Ref 2"/>
          <p:cNvSpPr/>
          <p:nvPr/>
        </p:nvSpPr>
        <p:spPr>
          <a:xfrm>
            <a:off x="8046720" y="1371600"/>
            <a:ext cx="3566160" cy="2743200"/>
          </a:xfrm>
          <a:prstGeom prst="rect">
            <a:avLst/>
          </a:prstGeom>
          <a:solidFill>
            <a:srgbClr val="EAF1F9"/>
          </a:solidFill>
          <a:ln w="9525">
            <a:solidFill>
              <a:srgbClr val="D6D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30371" y="21945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1:Chandan Kumar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</a:t>
            </a:r>
            <a:r>
              <a:rPr lang="en-US" sz="16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Nityaraj</a:t>
            </a: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Rathod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624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chandan kumar</cp:lastModifiedBy>
  <cp:revision>2</cp:revision>
  <dcterms:created xsi:type="dcterms:W3CDTF">2026-10-29T14:26:52Z</dcterms:created>
  <dcterms:modified xsi:type="dcterms:W3CDTF">2026-10-29T14:40:26Z</dcterms:modified>
</cp:coreProperties>
</file>